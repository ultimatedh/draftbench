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learn about Rutherford's experiment.</a:t>
            </a:r>
          </a:p>
          <a:p/>
          <a:p>
            <a:r>
              <a:t>Communication Access: point to each bullet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The nucleus is the center.</a:t>
            </a:r>
          </a:p>
          <a:p/>
          <a:p>
            <a:r>
              <a:t>Communication Access: point to each bullet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build the model.</a:t>
            </a:r>
          </a:p>
          <a:p/>
          <a:p>
            <a:r>
              <a:t>Communication Access: point to each bullet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check the model.</a:t>
            </a:r>
          </a:p>
          <a:p/>
          <a:p>
            <a:r>
              <a:t>Communication Access: point to each bullet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what we learned.</a:t>
            </a:r>
          </a:p>
          <a:p/>
          <a:p>
            <a:r>
              <a:t>Communication Access: point to each bullet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Experiment and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light bulb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Rutherford's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Discovering atomic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Rutherford gold foil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Nuclear model proposed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 used gold foil to discover the nucleus. He found most particles passed through, but a few bounced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gold_foil_with__bb4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gold foil: </a:t>
            </a:r>
            <a:r>
              <a:rPr sz="2000" b="0" i="0">
                <a:solidFill>
                  <a:srgbClr val="1E1033"/>
                </a:solidFill>
              </a:rPr>
              <a:t>thin sheet of gold used in experiment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Imagine shooting BBs at a wall; most pass through, but a few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Nuclear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Nucleus contains protons and neutrons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Nucleus center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Protons positive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Electrons orbit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The nucleus is at the center and contains positive protons and negative electrons.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nucleus_with_su_528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protons: </a:t>
            </a:r>
            <a:r>
              <a:rPr sz="2000" b="0" i="0">
                <a:solidFill>
                  <a:srgbClr val="1E1033"/>
                </a:solidFill>
              </a:rPr>
              <a:t>positively charged particles in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Think of a sun with planets orbiting around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Model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Constructing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Use clay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Attach protons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Add electrons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We will use clay to build the atomic model. First, attach protons, then add electrons.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clay_model_of_n_35a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clay: </a:t>
            </a:r>
            <a:r>
              <a:rPr sz="2000" b="0" i="0">
                <a:solidFill>
                  <a:srgbClr val="1E1033"/>
                </a:solidFill>
              </a:rPr>
              <a:t>plastic modeling material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Roll clay into small balls for protons and electrons.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Building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Constructing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Build nucleus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Add electrons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Check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Build the nucleus first, then add electrons. Check if the model is correct.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completed_clay__e18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06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5605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nucleus: </a:t>
            </a:r>
            <a:r>
              <a:rPr sz="2000" b="0" i="0">
                <a:solidFill>
                  <a:srgbClr val="1E1033"/>
                </a:solidFill>
              </a:rPr>
              <a:t>central part of atom containing protons and neutrons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7360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092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1475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Place protons in the center and add electrons around.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Understanding atomic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Rutherford experiment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Nuclear model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Protons positive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Rutherford's experiment showed the nucleus. The nucleus contains protons and electrons orbit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11_nucleus_with_su_a3db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2788920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846320"/>
            <a:ext cx="3977639" cy="1706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919472"/>
            <a:ext cx="3794759" cy="15605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electrons: </a:t>
            </a:r>
            <a:r>
              <a:rPr sz="2000" b="0" i="0">
                <a:solidFill>
                  <a:srgbClr val="1E1033"/>
                </a:solidFill>
              </a:rPr>
              <a:t>negatively charged particles orbiting nucleus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67360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68092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71475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Remember, most particles pass through, but a few bounce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