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Today, we will learn about sets and their types.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A set with no elements is called an empty set or null set.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A set with a fixed number of elements is finite. Natural numbers and even numbers are finite.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Equivalent sets have the same number of elements. Equal sets have the same elements and the same number of elements.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Now, let's practice identifying and listing sets. Create sets based on classroom objects.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Script: Let's review the key concepts of sets.</a:t>
            </a:r>
          </a:p>
          <a:p/>
          <a:p>
            <a:r>
              <a:t>Communication Access: point</a:t>
            </a:r>
          </a:p>
          <a:p/>
          <a:p>
            <a:r>
              <a:t>Sensory Note: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Introduction to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7 • Mathematics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DDD0FA"/>
                </a:solidFill>
              </a:rPr>
              <a:t>Standard 1, Standard 2, Standard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Visual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9423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checkmark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10 mins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5191" y="1737360"/>
            <a:ext cx="2567863" cy="3840480"/>
          </a:xfrm>
          <a:prstGeom prst="roundRect">
            <a:avLst>
              <a:gd name="adj" fmla="val 6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3791" y="19659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1965960"/>
            <a:ext cx="64008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2351" y="2788920"/>
            <a:ext cx="2293543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351" y="3474720"/>
            <a:ext cx="2293543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smiley 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51" y="4937760"/>
            <a:ext cx="2293543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5 mins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2 /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Introduction to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Understand sets and their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What are sets?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Types of sets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Why study sets?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Sets are collections of distinct objects. Types include null, finite, infinite, equivalent, and equal sets. Studying sets helps in organizing and understanding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7_p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296" y="1508760"/>
            <a:ext cx="2368966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4453127"/>
            <a:ext cx="3977639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From your material · Page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84632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91947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collection of distinct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6431280"/>
            <a:ext cx="3977639" cy="10058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650443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6842760"/>
            <a:ext cx="370332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of days in a week, set of vowels in English alphabet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3 /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Null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A set with no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Empty set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No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Denoted by 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A set with no elements is called an empty set or null set. It is denoted by the symbol 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empty set: </a:t>
            </a:r>
            <a:r>
              <a:rPr sz="2000" b="0" i="0">
                <a:solidFill>
                  <a:srgbClr val="1E1033"/>
                </a:solidFill>
              </a:rPr>
              <a:t>set with no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56560"/>
            <a:ext cx="3977639" cy="32156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297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68040"/>
            <a:ext cx="3703320" cy="2712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of female Prime Minister of Nepal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Finite and Infinite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Sets with a fixed number of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Countable elements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Natural numbers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Can't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A set with a fixed number of elements is finite. Natural numbers and even numbers are finite. A set that cannot be counted is infinite.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finite set: </a:t>
            </a:r>
            <a:r>
              <a:rPr sz="2000" b="0" i="0">
                <a:solidFill>
                  <a:srgbClr val="1E1033"/>
                </a:solidFill>
              </a:rPr>
              <a:t>set with a fixed number of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56560"/>
            <a:ext cx="3977639" cy="32156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297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68040"/>
            <a:ext cx="3703320" cy="2712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of colors in rainbow, set of natural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5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Equivalent and Equal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Sets with the same number of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Equivalent sets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Equal sets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Same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Equivalent sets have the same number of elements. Equal sets have the same elements and the same number of elements.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equivalent sets: </a:t>
            </a:r>
            <a:r>
              <a:rPr sz="2000" b="0" i="0">
                <a:solidFill>
                  <a:srgbClr val="1E1033"/>
                </a:solidFill>
              </a:rPr>
              <a:t>sets with the same number of elements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56560"/>
            <a:ext cx="3977639" cy="32156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297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68040"/>
            <a:ext cx="3703320" cy="2712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A = {a, b, c}, Set B = {1, 2, 3}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6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Practice with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Identify and list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List sets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Identify types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Create 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Practice identifying and listing sets. Create sets based on classroom objects and identify their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collection of distinct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56560"/>
            <a:ext cx="3977639" cy="32156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297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68040"/>
            <a:ext cx="3703320" cy="2712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of stationary, set of furniture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7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8813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400" b="1" i="0">
                <a:solidFill>
                  <a:srgbClr val="2E1065"/>
                </a:solidFill>
              </a:rPr>
              <a:t>Review of 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766560" cy="96012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82296" cy="7406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400" b="1" i="0">
                <a:solidFill>
                  <a:srgbClr val="2E1065"/>
                </a:solidFill>
              </a:rPr>
              <a:t>Review 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766560" cy="15773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Types of sets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Finite and infinite sets</a:t>
            </a:r>
          </a:p>
          <a:p>
            <a:pPr algn="l" marL="342900" indent="-342900">
              <a:spcAft>
                <a:spcPts val="990"/>
              </a:spcAft>
              <a:buClr>
                <a:srgbClr val="6D28D9"/>
              </a:buClr>
              <a:buChar char="•"/>
            </a:pPr>
            <a:r>
              <a:rPr sz="2200" b="0" i="0">
                <a:solidFill>
                  <a:srgbClr val="1E1033"/>
                </a:solidFill>
              </a:rPr>
              <a:t>Equivalent and equal 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74820"/>
            <a:ext cx="6766560" cy="18973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20540"/>
            <a:ext cx="6492240" cy="18059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1E1033"/>
                </a:solidFill>
              </a:rPr>
              <a:t>Review the types of sets, finite and infinite sets, and equivalent and equal 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371600"/>
            <a:ext cx="3977639" cy="14020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44752"/>
            <a:ext cx="3794759" cy="1255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1065"/>
                </a:solidFill>
              </a:rPr>
              <a:t>Key words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6D28D9"/>
                </a:solidFill>
              </a:rPr>
              <a:t>set: </a:t>
            </a:r>
            <a:r>
              <a:rPr sz="2000" b="0" i="0">
                <a:solidFill>
                  <a:srgbClr val="1E1033"/>
                </a:solidFill>
              </a:rPr>
              <a:t>collection of distinct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956560"/>
            <a:ext cx="3977639" cy="32156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29712"/>
            <a:ext cx="3703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3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68040"/>
            <a:ext cx="3703320" cy="2712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Set of days in a week, set of vowels in English alphabet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100" b="0" i="0">
                <a:solidFill>
                  <a:srgbClr val="6B5E85"/>
                </a:solidFill>
              </a:rPr>
              <a:t>8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100" b="0" i="0">
                <a:solidFill>
                  <a:srgbClr val="6B5E85"/>
                </a:solidFill>
              </a:rPr>
              <a:t>Draft 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