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Today we will learn about water cycle. Let's start!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Water from oceans heats up and turns to vapor. Vapor rises into the sky.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Vapor cools down and turns to liquid. Liquid forms clouds in the sky.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Clouds get heavy and release water as rain. Rain falls to the earth.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Water from rivers evaporates, clouds form in the sky, and rain falls to the earth. Rain helps plants grow in Nepal.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review what we learned today. Water evaporates from oceans, condenses into clouds, and precipitates as rain. Rain helps plants grow in Nepal.</a:t>
            </a:r>
          </a:p>
          <a:p/>
          <a:p>
            <a:r>
              <a:t>Communication Access: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Water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5 •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Visual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drop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5191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3791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91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2351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51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checkmark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2 /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What We Will Learn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Learn about water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Water evaporates from oceans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Water condenses into clouds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Water precipitates as 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Water changes from liquid to gas and back to liquid. This cycle is important for nature.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5_ocean__sun__vapor_1f8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evaporates: </a:t>
            </a:r>
            <a:r>
              <a:rPr sz="2000" b="0" i="0">
                <a:solidFill>
                  <a:srgbClr val="1E1033"/>
                </a:solidFill>
              </a:rPr>
              <a:t>water changes to vapor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Water in rivers turns to vapor and goes up to sky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3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Water Evaporates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Water changes to vapor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Water from oceans heats up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Water turns to vapor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Vapor rises into sky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When the sun heats water, it turns to vapor and goes up into the sky.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5_ocean__sun__vapor_78c6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0972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9509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heats up: </a:t>
            </a:r>
            <a:r>
              <a:rPr sz="2000" b="0" i="0">
                <a:solidFill>
                  <a:srgbClr val="1E1033"/>
                </a:solidFill>
              </a:rPr>
              <a:t>gets warm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1264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1996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5379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Water in rivers turns to vapor and goes up to sky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4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Water Condenses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Vapor cools down and turns to liquid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Vapor cools down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Vapor turns to liquid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Liquid forms clouds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When vapor cools down, it turns back into liquid and forms clouds in the sky.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5_clouds__vapor__liqui_3ec2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condenses: </a:t>
            </a:r>
            <a:r>
              <a:rPr sz="2000" b="0" i="0">
                <a:solidFill>
                  <a:srgbClr val="1E1033"/>
                </a:solidFill>
              </a:rPr>
              <a:t>vapor turns to liquid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Clouds form in the sky when vapor cools 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5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Water Precipitates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Clouds release water as 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Clouds get heavy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Water falls from clouds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Rain falls to earth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When clouds get heavy, they release water as rain, which falls to the earth.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5_clouds__rain__earth_ef84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precipitates: </a:t>
            </a:r>
            <a:r>
              <a:rPr sz="2000" b="0" i="0">
                <a:solidFill>
                  <a:srgbClr val="1E1033"/>
                </a:solidFill>
              </a:rPr>
              <a:t>water falls from clouds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Rain falls from clouds to water rivers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6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Water Cycle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Water cycle is important for nature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Water from rivers evaporates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Clouds form in the sky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Rain falls to earth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Water cycle is important for nature. It helps plants grow and provides water for animals.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5_river__cloud__rain___ae1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important: </a:t>
            </a:r>
            <a:r>
              <a:rPr sz="2000" b="0" i="0">
                <a:solidFill>
                  <a:srgbClr val="1E1033"/>
                </a:solidFill>
              </a:rPr>
              <a:t>necessary for life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Rain from clouds helps plants grow in Nepal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7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Recap water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Water evaporates from oceans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Water condenses into clouds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Water precipitates as 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Water cycle is important for nature. It helps plants grow and provides water for animals.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5_ocean__cloud__rain___d723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evaporates: </a:t>
            </a:r>
            <a:r>
              <a:rPr sz="2000" b="0" i="0">
                <a:solidFill>
                  <a:srgbClr val="1E1033"/>
                </a:solidFill>
              </a:rPr>
              <a:t>water changes to vapor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Rain from clouds helps plants grow in Nepal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8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