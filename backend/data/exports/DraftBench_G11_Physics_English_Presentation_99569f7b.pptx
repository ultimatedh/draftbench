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Rutherford discovered the nucleus in atoms.</a:t>
            </a:r>
          </a:p>
          <a:p/>
          <a:p>
            <a:r>
              <a:t>Example: Gold foil experiment</a:t>
            </a:r>
          </a:p>
          <a:p/>
          <a:p>
            <a:r>
              <a:t>Key words: nucleus = center of atom</a:t>
            </a:r>
          </a:p>
          <a:p/>
          <a:p>
            <a:r>
              <a:t>Teacher Script: Let's learn about Rutherford's atomic model.</a:t>
            </a:r>
          </a:p>
          <a:p/>
          <a:p>
            <a:r>
              <a:t>Communication Access: point to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Nucleus is dense, positive, and small.</a:t>
            </a:r>
          </a:p>
          <a:p/>
          <a:p>
            <a:r>
              <a:t>Example: Gold foil experiment</a:t>
            </a:r>
          </a:p>
          <a:p/>
          <a:p>
            <a:r>
              <a:t>Key words: dense = crowded</a:t>
            </a:r>
          </a:p>
          <a:p/>
          <a:p>
            <a:r>
              <a:t>Teacher Script: Nucleus is dense, positive, and small.</a:t>
            </a:r>
          </a:p>
          <a:p/>
          <a:p>
            <a:r>
              <a:t>Communication Access: point to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Electrons orbit the nucleus and are negative.</a:t>
            </a:r>
          </a:p>
          <a:p/>
          <a:p>
            <a:r>
              <a:t>Example: Gold foil experiment</a:t>
            </a:r>
          </a:p>
          <a:p/>
          <a:p>
            <a:r>
              <a:t>Key words: orbit = circle around</a:t>
            </a:r>
          </a:p>
          <a:p/>
          <a:p>
            <a:r>
              <a:t>Teacher Script: Electrons orbit the nucleus and are negative.</a:t>
            </a:r>
          </a:p>
          <a:p/>
          <a:p>
            <a:r>
              <a:t>Communication Access: point to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 shows protons are positive and nucleus is small.</a:t>
            </a:r>
          </a:p>
          <a:p/>
          <a:p>
            <a:r>
              <a:t>Example: Gold foil experiment</a:t>
            </a:r>
          </a:p>
          <a:p/>
          <a:p>
            <a:r>
              <a:t>Key words: protons = positive charge</a:t>
            </a:r>
          </a:p>
          <a:p/>
          <a:p>
            <a:r>
              <a:t>Teacher Script: Experiment shows protons are positive and nucleus is small.</a:t>
            </a:r>
          </a:p>
          <a:p/>
          <a:p>
            <a:r>
              <a:t>Communication Access: point to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nucleus, draw electrons, and label parts.</a:t>
            </a:r>
          </a:p>
          <a:p/>
          <a:p>
            <a:r>
              <a:t>Example: Nuclear diagram</a:t>
            </a:r>
          </a:p>
          <a:p/>
          <a:p>
            <a:r>
              <a:t>Key words: label = write name</a:t>
            </a:r>
          </a:p>
          <a:p/>
          <a:p>
            <a:r>
              <a:t>Teacher Script: Draw nucleus, draw electrons, and label parts.</a:t>
            </a:r>
          </a:p>
          <a:p/>
          <a:p>
            <a:r>
              <a:t>Communication Access: draw on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Rutherford's model: nucleus is dense, positive, and small; electrons orbit and are negative.</a:t>
            </a:r>
          </a:p>
          <a:p/>
          <a:p>
            <a:r>
              <a:t>Example: Nuclear diagram</a:t>
            </a:r>
          </a:p>
          <a:p/>
          <a:p>
            <a:r>
              <a:t>Key words: dense = crowded</a:t>
            </a:r>
          </a:p>
          <a:p/>
          <a:p>
            <a:r>
              <a:t>Teacher Script: Review Rutherford's model.</a:t>
            </a:r>
          </a:p>
          <a:p/>
          <a:p>
            <a:r>
              <a:t>Communication Access: point to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Rutherford's Atomic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11 •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Rutherford's Atomic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200" b="1" i="0">
                <a:solidFill>
                  <a:srgbClr val="2E1065"/>
                </a:solidFill>
              </a:rPr>
              <a:t>Understanding Rutherford's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3335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Atomic structure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Nuclear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1_p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483322"/>
            <a:ext cx="3337560" cy="24857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5879592"/>
            <a:ext cx="3611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From your material · Page 7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522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Nuclear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200" b="1" i="0">
                <a:solidFill>
                  <a:srgbClr val="2E1065"/>
                </a:solidFill>
              </a:rPr>
              <a:t>Nucleus dense, positive,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981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Nucleus dense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Nucleus positive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Nucleus small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1_p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375985"/>
            <a:ext cx="3337560" cy="27003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5879592"/>
            <a:ext cx="3611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From your material · Page 7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522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Electron Orbit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200" b="1" i="0">
                <a:solidFill>
                  <a:srgbClr val="2E1065"/>
                </a:solidFill>
              </a:rPr>
              <a:t>Electrons negative, move around nucleus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981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Electrons orbit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Electrons negative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Electrons move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11_electrons_movin_ce73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591409"/>
            <a:ext cx="3337560" cy="22695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522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Gold Foil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200" b="1" i="0">
                <a:solidFill>
                  <a:srgbClr val="2E1065"/>
                </a:solidFill>
              </a:rPr>
              <a:t>Experiment shows, protons positive, nucleus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981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Experiment shows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Protons positive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Nucleus small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1_p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050657"/>
            <a:ext cx="3337560" cy="13510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5879592"/>
            <a:ext cx="3611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From your material · Page 8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522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Draw and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200" b="1" i="0">
                <a:solidFill>
                  <a:srgbClr val="2E1065"/>
                </a:solidFill>
              </a:rPr>
              <a:t>Draw nucleus, draw electrons, label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981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Draw nucleus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Draw electrons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Label parts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1_p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374159"/>
            <a:ext cx="3337560" cy="27040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5879592"/>
            <a:ext cx="3611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From your material · Page 8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522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Review Rutherford's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200" b="1" i="0">
                <a:solidFill>
                  <a:srgbClr val="2E1065"/>
                </a:solidFill>
              </a:rPr>
              <a:t>Nucleus dense, positive, small, electrons orbit, 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981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Nucleus dense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Nucleus positive</a:t>
            </a:r>
          </a:p>
          <a:p>
            <a:pPr algn="l" marL="342900" indent="-342900">
              <a:spcAft>
                <a:spcPts val="1500"/>
              </a:spcAft>
              <a:buClr>
                <a:srgbClr val="6D28D9"/>
              </a:buClr>
              <a:buChar char="•"/>
            </a:pPr>
            <a:r>
              <a:rPr sz="3000" b="0" i="0">
                <a:solidFill>
                  <a:srgbClr val="1E1033"/>
                </a:solidFill>
              </a:rPr>
              <a:t>Nucleus small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11_diagram_of_atom_11f3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591409"/>
            <a:ext cx="3337560" cy="22695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522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4023360"/>
            <a:ext cx="731520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5400" b="1" i="0">
                <a:solidFill>
                  <a:srgbClr val="2E1065"/>
                </a:solidFill>
              </a:rPr>
              <a:t>All done!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3522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