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experiment revealed the existence of a dense, positively charged nucleus.</a:t>
            </a:r>
          </a:p>
          <a:p/>
          <a:p>
            <a:r>
              <a:t>Example: Imagine firing a bullet at a sheet of paper; most pass through, a few are deflected.</a:t>
            </a:r>
          </a:p>
          <a:p/>
          <a:p>
            <a:r>
              <a:t>Teacher Script: Today, we will learn about Rutherford's atomic model and how it helped us understand the structure of atoms. Can anyone remember what experiment Rutherford used to discover the nucleus?</a:t>
            </a:r>
          </a:p>
          <a:p/>
          <a:p>
            <a:r>
              <a:t>Communication Access: Point to the card with the name of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Protons and neutrons form the nucleus, while electrons orbit outside.</a:t>
            </a:r>
          </a:p>
          <a:p/>
          <a:p>
            <a:r>
              <a:t>Example: Think of a water molecule H2O, where H represents a proton.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Electrons occupy different energy levels based on their distance from the nucleus.</a:t>
            </a:r>
          </a:p>
          <a:p/>
          <a:p>
            <a:r>
              <a:t>Example: Imagine planets orbiting the sun, with inner planets closer and outer ones farther.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arrangement of protons, neutrons, and electrons determines an atom's behavior.</a:t>
            </a:r>
          </a:p>
          <a:p/>
          <a:p>
            <a:r>
              <a:t>Example: Different elements have different numbers of electrons, explaining their unique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Rutherford's experiment fundamentally changed our understanding of atomic structure.</a:t>
            </a:r>
          </a:p>
          <a:p/>
          <a:p>
            <a:r>
              <a:t>Example: The model explains how atoms can be stable despite their negatively charged electrons.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Rutherford's Atomic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</a:rPr>
              <a:t>Grade 11 •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Rutherford's Atomic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800" b="1" i="0">
                <a:solidFill>
                  <a:srgbClr val="2E1065"/>
                </a:solidFill>
              </a:rPr>
              <a:t>Rutherford discovered the nucleus through his gold foil experiment.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717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Rutherford fired alpha particles at a thin gold foil.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Most alpha particles passed straight through.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A few alpha particles bounced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Imagine firing a bullet at a sheet of paper; most pass through, a few are deflected.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Nucleus and Protons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Protons are positively charged particles in the nucleus.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1864359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Protons carry positive charge.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Neutrons have no charge.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</a:rPr>
              <a:t>Electrons are negatively charged.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Think of a water molecule H2O, where H represents a proton.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Electron Orbits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Electrons orbit the nucleus in specific energy levels.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540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Electrons move around the nucleus in shells.</a:t>
            </a:r>
          </a:p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Inner shells are closer to the nucleus.</a:t>
            </a:r>
          </a:p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Outer shells are farther from the nucleus.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Imagine planets orbiting the sun, with inner planets closer and outer ones farther.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Model Implications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</a:rPr>
              <a:t>The model explains atomic stability and chemical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Protons and neutrons are tightly packed in the nucleus.</a:t>
            </a:r>
          </a:p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Electrons occupy specific orbits around the nucleus.</a:t>
            </a:r>
          </a:p>
          <a:p>
            <a:pPr algn="l" marL="342900" indent="-342900">
              <a:spcAft>
                <a:spcPts val="1300"/>
              </a:spcAft>
              <a:buClr>
                <a:srgbClr val="6D28D9"/>
              </a:buClr>
              <a:buChar char="•"/>
            </a:pPr>
            <a:r>
              <a:rPr sz="2600" b="0" i="0">
                <a:solidFill>
                  <a:srgbClr val="1E1033"/>
                </a:solidFill>
              </a:rPr>
              <a:t>Chemical properties depend on the number of electrons.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Different elements have different numbers of electrons, explaining their unique properties.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</a:rPr>
              <a:t>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2500" b="1" i="0">
                <a:solidFill>
                  <a:srgbClr val="2E1065"/>
                </a:solidFill>
              </a:rPr>
              <a:t>Rutherford's model introduced the concept of a dense nucleus with orbiting electrons.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6289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350"/>
              </a:spcAft>
              <a:buClr>
                <a:srgbClr val="6D28D9"/>
              </a:buClr>
              <a:buChar char="•"/>
            </a:pPr>
            <a:r>
              <a:rPr sz="2700" b="0" i="0">
                <a:solidFill>
                  <a:srgbClr val="1E1033"/>
                </a:solidFill>
              </a:rPr>
              <a:t>Alpha particles mostly passed through the gold foil.</a:t>
            </a:r>
          </a:p>
          <a:p>
            <a:pPr algn="l" marL="342900" indent="-342900">
              <a:spcAft>
                <a:spcPts val="1350"/>
              </a:spcAft>
              <a:buClr>
                <a:srgbClr val="6D28D9"/>
              </a:buClr>
              <a:buChar char="•"/>
            </a:pPr>
            <a:r>
              <a:rPr sz="2700" b="0" i="0">
                <a:solidFill>
                  <a:srgbClr val="1E1033"/>
                </a:solidFill>
              </a:rPr>
              <a:t>A few alpha particles were deflected.</a:t>
            </a:r>
          </a:p>
          <a:p>
            <a:pPr algn="l" marL="342900" indent="-342900">
              <a:spcAft>
                <a:spcPts val="1350"/>
              </a:spcAft>
              <a:buClr>
                <a:srgbClr val="6D28D9"/>
              </a:buClr>
              <a:buChar char="•"/>
            </a:pPr>
            <a:r>
              <a:rPr sz="2700" b="0" i="0">
                <a:solidFill>
                  <a:srgbClr val="1E1033"/>
                </a:solidFill>
              </a:rPr>
              <a:t>This led to the discovery of the nucleus.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The model explains how atoms can be stable despite their negatively charged electrons.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</a:rPr>
              <a:t>All done!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3347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