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read the lost donkey story together.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Where does the donkey go on its journey?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What do people do when the donkey is lost?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Can you find the donkey? Look for clues.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review the lost donkey story together.</a:t>
            </a:r>
          </a:p>
          <a:p/>
          <a:p>
            <a:r>
              <a:t>Communication Access: point to pictures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Lost Donkey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4 •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listening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Lost Donkey Chapter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Understand the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Read the chapter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Follow the donkey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Find the donkey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Learn about the donkey's journey and how it was found.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4_a_donkey_walkin_c39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donkey: </a:t>
            </a:r>
            <a:r>
              <a:rPr sz="2000" b="0" i="0">
                <a:solidFill>
                  <a:srgbClr val="1E1033"/>
                </a:solidFill>
              </a:rPr>
              <a:t>animal used for carrying things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Help the donkey find its way home.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Donkey's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Donkey travels to new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Donkey leaves home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Meets new people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Finds new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The donkey goes on a trip and meets different people and places.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4_donkey_walking__4c4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950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journey: </a:t>
            </a:r>
            <a:r>
              <a:rPr sz="2000" b="0" i="0">
                <a:solidFill>
                  <a:srgbClr val="1E1033"/>
                </a:solidFill>
              </a:rPr>
              <a:t>trip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1264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1996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5379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Donkey goes to the market and meets farmers.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Lost Donkey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Donkey gets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Donkey wanders away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People search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Donkey is found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The donkey gets lost and people try to find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4_people_looking__b0c4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950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search: </a:t>
            </a:r>
            <a:r>
              <a:rPr sz="2000" b="0" i="0">
                <a:solidFill>
                  <a:srgbClr val="1E1033"/>
                </a:solidFill>
              </a:rPr>
              <a:t>look for something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1264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1996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5379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People look for the donkey in the fields.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Help the Donkey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Find the donkey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Look for clues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Follow the path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Find the donkey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Use clues to find where the donkey 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4_a_path_with_clu_3946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clues: </a:t>
            </a:r>
            <a:r>
              <a:rPr sz="2000" b="0" i="0">
                <a:solidFill>
                  <a:srgbClr val="1E1033"/>
                </a:solidFill>
              </a:rPr>
              <a:t>hints to solve a problem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Follow the path to find the donkey.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 Lost Donkey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Remember the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Read the chapter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Discuss the journey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Find the donkey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Review the story and the donkey's journey.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4_a_donkey_and_pe_c67e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59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325879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91947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703320" cy="82295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Talk about the donkey's adventure.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