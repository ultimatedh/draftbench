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 we will learn about Rutherford's experiment.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Alpha particles are tiny, positively charged.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Gold foil is very thin and bendable.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Most particles pass through, but a few bounce back.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The experiment proved the existence of the nucleus.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Practice identifying particles and locating the nucleus.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Review the experiment and its findings.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Gold Foil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First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Concept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Example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 slide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Learn about Rutherford's gold foil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Discover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Particles pass through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Few bounce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This experiment helped us understand the structure of atoms.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diagram_of_alph_699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alpha particles: </a:t>
            </a:r>
            <a:r>
              <a:rPr sz="2000" b="0" i="0">
                <a:solidFill>
                  <a:srgbClr val="1E1033"/>
                </a:solidFill>
              </a:rPr>
              <a:t>Tiny charged particles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tiny balls at a wall and only a few bouncing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Alpha Particles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Alpha particles are positively charged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Alpha particles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Positively charged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Smaller than atoms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Alpha particles are like tiny, positively charged balls.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5a1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alpha particles: </a:t>
            </a:r>
            <a:r>
              <a:rPr sz="2000" b="0" i="0">
                <a:solidFill>
                  <a:srgbClr val="1E1033"/>
                </a:solidFill>
              </a:rPr>
              <a:t>Tiny, positively charged particles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Think of a tiny, positively charged marble.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Gold Foil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Gold foil is very thin and flexible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Gold foil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Very thin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Flexible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Gold foil is like a very thin, bendable 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2c01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gold foil: </a:t>
            </a:r>
            <a:r>
              <a:rPr sz="2000" b="0" i="0">
                <a:solidFill>
                  <a:srgbClr val="1E1033"/>
                </a:solidFill>
              </a:rPr>
              <a:t>Very thin, bendable gold sheet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Think of a thin, bendable gold sheet.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Experiment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Most particles pass through, few bounce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particles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Pass through foil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Few bounce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Most alpha particles pass through the foil, but a few bounce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diagram_showing_7f0e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deflection: </a:t>
            </a:r>
            <a:r>
              <a:rPr sz="2000" b="0" i="0">
                <a:solidFill>
                  <a:srgbClr val="1E1033"/>
                </a:solidFill>
              </a:rPr>
              <a:t>Bouncing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126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199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537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marbles pass through, but a few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Nucleus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Experiment proved the existence of the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dense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Very small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Contains protons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The experiment proved that atoms have a dense, small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aad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Tiny, dense center of an atom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Think of a tiny, dense nucleus in the center of an atom.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Practice identifying alpha particles and nuclei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Identify particles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Locate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Practice identifying alpha particles and locating the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diagram_for_pra_2958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Find the alpha particles and the nucleus in the diagram.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Review Rutherford's experiment and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Experiment details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discovery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Alpha particles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 the key points of Rutherford's experiment and its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summary_diagram_c99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Recall the experiment and what it proved.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9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