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indicated a small, dense, positively charged nucleus.</a:t>
            </a:r>
          </a:p>
          <a:p/>
          <a:p>
            <a:r>
              <a:t>Example: Imagine shooting bullets at a thin wall; most pass through, a few are deflected.</a:t>
            </a:r>
          </a:p>
          <a:p/>
          <a:p>
            <a:r>
              <a:t>Key words: alpha particle = positively charged particle; nucleus = central part of atom</a:t>
            </a:r>
          </a:p>
          <a:p/>
          <a:p>
            <a:r>
              <a:t>Teacher Script: Today, we will learn about Rutherford's Model of the atom. How many of you remember the name of the scientist who discovered the nucleus?</a:t>
            </a:r>
          </a:p>
          <a:p/>
          <a:p>
            <a:r>
              <a:t>Communication Access: Point to a card with the name 'Rutherford'.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explains why most alpha particles passed through but some were deflected.</a:t>
            </a:r>
          </a:p>
          <a:p/>
          <a:p>
            <a:r>
              <a:t>Example: Like a tiny seed in a large watermelon, nucleus is central but small.</a:t>
            </a:r>
          </a:p>
          <a:p/>
          <a:p>
            <a:r>
              <a:t>Key words: proton = positive charge in nucleus; neutron = no charge in nucleus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experiment was crucial in understanding atomic structure.</a:t>
            </a:r>
          </a:p>
          <a:p/>
          <a:p>
            <a:r>
              <a:t>Example: Experiment similar to aiming a flashlight at a wall and observing light particles.</a:t>
            </a:r>
          </a:p>
          <a:p/>
          <a:p>
            <a:r>
              <a:t>Key words: alpha particle scattering = alpha particles deflected by nucleus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elements have different numbers of protons in their nuclei.</a:t>
            </a:r>
          </a:p>
          <a:p/>
          <a:p>
            <a:r>
              <a:t>Example: Hydrogen and helium differ by one proton in their nuclei.</a:t>
            </a:r>
          </a:p>
          <a:p/>
          <a:p>
            <a:r>
              <a:t>Key words: periodic table = table of elements organized by properties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model laid the foundation for modern atomic theory.</a:t>
            </a:r>
          </a:p>
          <a:p/>
          <a:p>
            <a:r>
              <a:t>Example: Understanding Rutherford's model helps explain why elements behave differently.</a:t>
            </a:r>
          </a:p>
          <a:p/>
          <a:p>
            <a:r>
              <a:t>Key words: atomic structure = arrangement of particles in atom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Rutherford's Atomic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Rutherford's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Rutherford discovered the nucleus through alpha particle scattering.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11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Rutherford used gold foil in his experiment.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Most particles passed straight through, some bounced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Imagine shooting bullets at a thin wall; most pass through, a few are deflected.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Nuclear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Nucleus contains most of atom's mass and positive charge.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259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Nucleus is tiny compared to atom.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Protons and neutrons are in nucleus.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Like a tiny seed in a large watermelon, nucleus is central but small.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Scattering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Experiment proved atom has a dense, positively charged center.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686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Experiment involved alpha particles and gold foil.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Results confirmed nuclear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Experiment similar to aiming a flashlight at a wall and observing light particles.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Model explains periodic table and atomic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11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Model helps understand chemical properties.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Number of protons determines element.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Hydrogen and helium differ by one proton in their nuclei.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Rutherford's model revolutionized understanding of atomic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11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Experiment proved existence of nucleus.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Model explains atomic structure and periodic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Understanding Rutherford's model helps explain why elements behave differently.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4023360"/>
            <a:ext cx="731520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5400" b="1" i="0">
                <a:solidFill>
                  <a:srgbClr val="2E1065"/>
                </a:solidFill>
              </a:rPr>
              <a:t>All done!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