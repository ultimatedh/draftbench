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learn about Rutherford's experiment.</a:t>
            </a:r>
          </a:p>
          <a:p/>
          <a:p>
            <a:r>
              <a:t>Communication Access: point to pictures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Nucleus is center of atom.</a:t>
            </a:r>
          </a:p>
          <a:p/>
          <a:p>
            <a:r>
              <a:t>Communication Access: point to pictures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Electrons move around nucleus.</a:t>
            </a:r>
          </a:p>
          <a:p/>
          <a:p>
            <a:r>
              <a:t>Communication Access: point to pictures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Rutherford's experiment shows nucleus.</a:t>
            </a:r>
          </a:p>
          <a:p/>
          <a:p>
            <a:r>
              <a:t>Communication Access: point to pictures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Review Rutherford's experiment.</a:t>
            </a:r>
          </a:p>
          <a:p/>
          <a:p>
            <a:r>
              <a:t>Communication Access: point to pictures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Short Lesson on Rutherford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null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light bulb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Rutherford discovered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Gold foil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small, dense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Electrons orbit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used gold foil to show nucleus exists. Tiny particles passed through mostly unaffected.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atom_with_nucle_e6b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83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36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center of atom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electrons: </a:t>
            </a:r>
            <a:r>
              <a:rPr sz="2000" b="0" i="0">
                <a:solidFill>
                  <a:srgbClr val="1E1033"/>
                </a:solidFill>
              </a:rPr>
              <a:t>particles around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12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85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23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bullets at a wall. Most pass through, but some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Nucleus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Nucleus is center of atom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Small, dense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Contains protons and neutrons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Nucleus is tiny but very dense. It contains protons and neutrons.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nucleus_with_pr_334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78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331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protons: </a:t>
            </a:r>
            <a:r>
              <a:rPr sz="2000" b="0" i="0">
                <a:solidFill>
                  <a:srgbClr val="1E1033"/>
                </a:solidFill>
              </a:rPr>
              <a:t>positive charge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neutrons: </a:t>
            </a:r>
            <a:r>
              <a:rPr sz="2000" b="0" i="0">
                <a:solidFill>
                  <a:srgbClr val="1E1033"/>
                </a:solidFill>
              </a:rPr>
              <a:t>no charge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507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80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918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Like a tiny ball in the middle of a big 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Electrons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Electrons orbit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Light, negative charge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Move around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Electrons are light and have negative charge. They move around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electrons_orbit_058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negative charge: </a:t>
            </a:r>
            <a:r>
              <a:rPr sz="2000" b="0" i="0">
                <a:solidFill>
                  <a:srgbClr val="1E1033"/>
                </a:solidFill>
              </a:rPr>
              <a:t>opposite of positive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Like planets around sun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Rutherford's experiment shows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particles pass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Some bounce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Most particles pass through foil, but some bounce back. This shows nucleus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gold_foil_with__03e5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Like shooting bullets at 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Rutherford discovered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Gold foil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small, dense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Electrons orbit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used gold foil to show nucleus exists. Tiny particles passed through mostly unaffected.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atom_with_nucle_88e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83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36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center of atom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electrons: </a:t>
            </a:r>
            <a:r>
              <a:rPr sz="2000" b="0" i="0">
                <a:solidFill>
                  <a:srgbClr val="1E1033"/>
                </a:solidFill>
              </a:rPr>
              <a:t>particles around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12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85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23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bullets at a wall. Most pass through, but some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