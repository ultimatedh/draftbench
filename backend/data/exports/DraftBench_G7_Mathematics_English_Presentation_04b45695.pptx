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Today, we will learn about sets. A set is a collection of items. Sets can be counted or not counted. Sets can be the same or have the same number of items but not the same items.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A null set is a set with no elements. It is denoted by the symbol ∅. Examples include a set of female Prime Minister of Nepal, as there has never been one.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Sets can be finite or infinite. Finite sets have a fixed number of elements. Infinite sets do not have a fixed number of elements. Examples include the set of natural numbers, which is infinite.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Sets can be equivalent or equal. Equivalent sets have the same number of elements. Equal sets have the same elements. Examples include set A and set B, which are equivalent.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Practice identifying sets and their properties. Identify sets in real life. Determine if sets are finite or infinite. Determine if sets are equivalent or equal.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Review key concepts of sets. What is a set? What is a null set? What are finite and infinite sets? What are equivalent and equal sets?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Set Theory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7 • Mathematics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0" i="0">
                <a:solidFill>
                  <a:srgbClr val="DDD0FA"/>
                </a:solidFill>
              </a:rPr>
              <a:t>Standard 1, Standard 2, Standard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Visual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pencil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checkmark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3791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51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smiley 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2 /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What is a Set?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A set is a collection of items.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Items in a set are unique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Sets can be finite or infinite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Sets can be equal or equivalent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A set is a group of distinct items. Sets can be counted or not counted. Sets can be the same or have the same number of items but not the same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7_p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296" y="1508760"/>
            <a:ext cx="2368966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0" y="4453127"/>
            <a:ext cx="39776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From your material · Page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846320"/>
            <a:ext cx="3977639" cy="10972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19472"/>
            <a:ext cx="3794759" cy="9509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set: </a:t>
            </a:r>
            <a:r>
              <a:rPr sz="2000" b="0" i="0">
                <a:solidFill>
                  <a:srgbClr val="1E1033"/>
                </a:solidFill>
              </a:rPr>
              <a:t>collection of items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61264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61996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65379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A set of colors in a rainbow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3 /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Null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A set with no items is called a null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9126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A null set has no elements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It is denoted by ∅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Examples: set of female Prime Minister of Nepal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0099"/>
            <a:ext cx="676656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655819"/>
            <a:ext cx="6492240" cy="14706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A null set is a set that has no items. It is denoted by the symbol ∅. Examples include a set of female Prime Minister of Nepal, as there has never been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7_empty_box_273c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null set: </a:t>
            </a:r>
            <a:r>
              <a:rPr sz="2000" b="0" i="0">
                <a:solidFill>
                  <a:srgbClr val="1E1033"/>
                </a:solidFill>
              </a:rPr>
              <a:t>set with no elements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Set of female Prime Minister of Nepal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4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Finite and Infinite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Sets can be finite or infinite.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9126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Finite sets have a fixed number of elements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Infinite sets do not have a fixed number of elements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Examples: set of natural numbers is infinite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0099"/>
            <a:ext cx="676656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655819"/>
            <a:ext cx="6492240" cy="14706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900" b="0" i="0">
                <a:solidFill>
                  <a:srgbClr val="1E1033"/>
                </a:solidFill>
              </a:rPr>
              <a:t>Sets can be finite or infinite. Finite sets have a fixed number of elements. Infinite sets do not have a fixed number of elements. Examples include the set of natural numbers, which is infinite.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7_infinity_symbol_e3d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82880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68249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6D28D9"/>
                </a:solidFill>
              </a:rPr>
              <a:t>finite set: </a:t>
            </a:r>
            <a:r>
              <a:rPr sz="1900" b="0" i="0">
                <a:solidFill>
                  <a:srgbClr val="1E1033"/>
                </a:solidFill>
              </a:rPr>
              <a:t>set with a fixed number of elements</a:t>
            </a:r>
          </a:p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6D28D9"/>
                </a:solidFill>
              </a:rPr>
              <a:t>infinite set: </a:t>
            </a:r>
            <a:r>
              <a:rPr sz="1900" b="0" i="0">
                <a:solidFill>
                  <a:srgbClr val="1E1033"/>
                </a:solidFill>
              </a:rPr>
              <a:t>set with no fixed number of elements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85800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93115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26948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Set of natural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5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Equivalent and Equal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Sets can be equivalent or equal.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9126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Equivalent sets have the same number of elements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Equal sets have the same elements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Examples: set A and set B are equivalent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0099"/>
            <a:ext cx="676656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655819"/>
            <a:ext cx="6492240" cy="14706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Sets can be equivalent or equal. Equivalent sets have the same number of elements. Equal sets have the same elements. Examples include set A and set B, which are equivalent.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7_two_sets_with_s_b1c3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82880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68249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6D28D9"/>
                </a:solidFill>
              </a:rPr>
              <a:t>equivalent set: </a:t>
            </a:r>
            <a:r>
              <a:rPr sz="1900" b="0" i="0">
                <a:solidFill>
                  <a:srgbClr val="1E1033"/>
                </a:solidFill>
              </a:rPr>
              <a:t>sets with the same number of elements</a:t>
            </a:r>
          </a:p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6D28D9"/>
                </a:solidFill>
              </a:rPr>
              <a:t>equal set: </a:t>
            </a:r>
            <a:r>
              <a:rPr sz="1900" b="0" i="0">
                <a:solidFill>
                  <a:srgbClr val="1E1033"/>
                </a:solidFill>
              </a:rPr>
              <a:t>sets with the same elements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85800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93115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26948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Set A and set B, both have 3 elements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6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Practice with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Practice identifying sets and their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Identify sets in real life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Determine if sets are finite or infinite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Determine if sets are equivalent or equal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Practice identifying sets and their properties. Identify sets in real life. Determine if sets are finite or infinite. Determine if sets are equivalent or equal.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7_rainbow_and_num_6bde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82880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68249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6D28D9"/>
                </a:solidFill>
              </a:rPr>
              <a:t>finite: </a:t>
            </a:r>
            <a:r>
              <a:rPr sz="1900" b="0" i="0">
                <a:solidFill>
                  <a:srgbClr val="1E1033"/>
                </a:solidFill>
              </a:rPr>
              <a:t>set with a fixed number of elements</a:t>
            </a:r>
          </a:p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6D28D9"/>
                </a:solidFill>
              </a:rPr>
              <a:t>infinite: </a:t>
            </a:r>
            <a:r>
              <a:rPr sz="1900" b="0" i="0">
                <a:solidFill>
                  <a:srgbClr val="1E1033"/>
                </a:solidFill>
              </a:rPr>
              <a:t>set with no fixed number of elements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85800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93115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26948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 of colors in a rainbow, set of natural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7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Review of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Review key concepts of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What is a set?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What is a null set?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What are finite and infinite sets?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Review key concepts of sets. What is a set? What is a null set? What are finite and infinite sets? What are equivalent and equal sets?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7_rainbow__number_457b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783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636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set: </a:t>
            </a:r>
            <a:r>
              <a:rPr sz="2000" b="0" i="0">
                <a:solidFill>
                  <a:srgbClr val="1E1033"/>
                </a:solidFill>
              </a:rPr>
              <a:t>collection of items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null set: </a:t>
            </a:r>
            <a:r>
              <a:rPr sz="2000" b="0" i="0">
                <a:solidFill>
                  <a:srgbClr val="1E1033"/>
                </a:solidFill>
              </a:rPr>
              <a:t>set with no elements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812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885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223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 of colors in a rainbow, set of natural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8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