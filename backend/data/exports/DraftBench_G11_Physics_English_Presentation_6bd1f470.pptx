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learn about Rutherford's experiment.</a:t>
            </a:r>
          </a:p>
          <a:p/>
          <a:p>
            <a:r>
              <a:t>Communication Access: point to the visual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Alpha particles are tiny and carry a positive charge.</a:t>
            </a:r>
          </a:p>
          <a:p/>
          <a:p>
            <a:r>
              <a:t>Communication Access: gesture to show passing 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Some particles were deflected, showing the nucleus has a positive charge.</a:t>
            </a:r>
          </a:p>
          <a:p/>
          <a:p>
            <a:r>
              <a:t>Communication Access: point to the visual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Rutherford found the nucleus by observing how particles passed through.</a:t>
            </a:r>
          </a:p>
          <a:p/>
          <a:p>
            <a:r>
              <a:t>Communication Access: point to the visual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practice with some questions.</a:t>
            </a:r>
          </a:p>
          <a:p/>
          <a:p>
            <a:r>
              <a:t>Communication Access: point to the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review what we learned today.</a:t>
            </a:r>
          </a:p>
          <a:p/>
          <a:p>
            <a:r>
              <a:t>Communication Access: point to the visual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N/A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light bulb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smiley 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Rutherford's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Discovering the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Rutherford's gold foil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Alpha particles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Positive 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used alpha particles to test the atom's structure. Alpha particles are positively charged and light in mass.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atom_with_nucle_257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alpha particles: </a:t>
            </a:r>
            <a:r>
              <a:rPr sz="2000" b="0" i="0">
                <a:solidFill>
                  <a:srgbClr val="1E1033"/>
                </a:solidFill>
              </a:rPr>
              <a:t>tiny, positively charged atoms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Think of alpha particles like tiny, positively charged balls.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Alpha Particles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Light mass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Tiny, positively charged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Light in mass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Dense 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Alpha particles are very small and have a positive charge. They are also light in mass, making them easy to shoot through materials.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alpha_particles_1849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06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5605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positively charged: </a:t>
            </a:r>
            <a:r>
              <a:rPr sz="2000" b="0" i="0">
                <a:solidFill>
                  <a:srgbClr val="1E1033"/>
                </a:solidFill>
              </a:rPr>
              <a:t>carrying a positive electric charge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7360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092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1475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shooting tiny, positively charged balls through a sheet of paper.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Experiment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Orbit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Most particles passed through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Some particles deflected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Positive 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Most alpha particles passed through the gold foil, but some were deflected. This showed the nucleus has a positive charge.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alpha_particles_1849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deflected: </a:t>
            </a:r>
            <a:r>
              <a:rPr sz="2000" b="0" i="0">
                <a:solidFill>
                  <a:srgbClr val="1E1033"/>
                </a:solidFill>
              </a:rPr>
              <a:t>changed direction due to 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Like a ball bouncing off a wall, some alpha particles were deflected.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Nuclear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Find 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Most particles passed through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Some particles deflected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Model created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concluded that most particles pass through, but some are deflected. This led to the discovery of the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playground_with_210b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06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5605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nucleus: </a:t>
            </a:r>
            <a:r>
              <a:rPr sz="2000" b="0" i="0">
                <a:solidFill>
                  <a:srgbClr val="1E1033"/>
                </a:solidFill>
              </a:rPr>
              <a:t>central part of the atom containing protons and neutrons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7360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092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1475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a playground with a small, dense area in the middle. Most balls pass through, but some bounce 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Find electrons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Practice questions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Answer correctly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Get reward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Practice questions will help you understand Rutherford's experiment better. Answer correctly to get a reward.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practice_questi_7644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Solve the practice questions to win a prize.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Rutherford's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Used alpha particles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Discovered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Created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used alpha particles to discover the nucleus. This led to the creation of the nuclear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summary_of_ruth_7e7f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325879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91947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257800"/>
            <a:ext cx="3703320" cy="82295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Remember, Rutherford used alpha particles to find the nucleus.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8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