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Today, we will learn about Rutherford's model of the atom. Let's start with his experiment.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Rutherford did an experiment with alpha particles. Most passed through, but some bounced back. This showed a small dense center.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The nucleus is the small, dense center. It contains protons and neutrons. It has a positive charge and most of the mass.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Electrons are negatively charged particles that orbit the nucleus. They are much smaller than the nucleus.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Think of an atom like a city. The nucleus is like a palace in the center. Electrons are like people who live around the palace.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Review: Rutherford's model shows a small, dense nucleus with electrons orbiting around it. There are positive and negative charges.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Physics Grade 11 Standard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Rutherford's Atomic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Learn Rutherford's model of the atom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Understand Rutherford's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Discover the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Learn about electrons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Rutherford's experiment showed that atoms have a small, dense center called the nucleus. Electrons orbit around the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simple_drawing__aa5b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83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36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nucleus: </a:t>
            </a:r>
            <a:r>
              <a:rPr sz="2000" b="0" i="0">
                <a:solidFill>
                  <a:srgbClr val="1E1033"/>
                </a:solidFill>
              </a:rPr>
              <a:t>center of the atom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electrons: </a:t>
            </a:r>
            <a:r>
              <a:rPr sz="2000" b="0" i="0">
                <a:solidFill>
                  <a:srgbClr val="1E1033"/>
                </a:solidFill>
              </a:rPr>
              <a:t>particles that orbit the nucleus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12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85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23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a solar system where the sun is the nucleus and planets are electrons.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Rutherford's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Gold foil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Gold foil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Most particles pass through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Some particles bounce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shot alpha particles at a thin gold foil. Most passed through, but some bounced back, showing a small dense center.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diagram_of_alph_d2a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alpha particles: </a:t>
            </a:r>
            <a:r>
              <a:rPr sz="2000" b="0" i="0">
                <a:solidFill>
                  <a:srgbClr val="1E1033"/>
                </a:solidFill>
              </a:rPr>
              <a:t>positively charged particles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shooting a ball at a wall. Most balls pass through, but a few bounce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Nucleus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Small, dense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Contains protons and neutrons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Positive charge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Most of the mass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The nucleus is small and dense. It contains protons and neutrons, giving it a positive charge and most of the mass.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cf4d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8288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6824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protons: </a:t>
            </a:r>
            <a:r>
              <a:rPr sz="1900" b="0" i="0">
                <a:solidFill>
                  <a:srgbClr val="1E1033"/>
                </a:solidFill>
              </a:rPr>
              <a:t>positively charged particles in nucleus</a:t>
            </a:r>
          </a:p>
          <a:p>
            <a:pPr algn="l">
              <a:spcAft>
                <a:spcPts val="570"/>
              </a:spcAft>
            </a:pPr>
            <a:r>
              <a:rPr sz="1900" b="1" i="0">
                <a:solidFill>
                  <a:srgbClr val="6D28D9"/>
                </a:solidFill>
              </a:rPr>
              <a:t>neutrons: </a:t>
            </a:r>
            <a:r>
              <a:rPr sz="1900" b="0" i="0">
                <a:solidFill>
                  <a:srgbClr val="1E1033"/>
                </a:solidFill>
              </a:rPr>
              <a:t>neutral particles in nucleus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85800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93115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26948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Think of a small, dense ball in the center of a large 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Electrons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Negatively charged particles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Orbit the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Much smaller than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Negative 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Electrons are negatively charged particles that orbit the nucleus. They are much smaller than the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8ebc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electrons: </a:t>
            </a:r>
            <a:r>
              <a:rPr sz="2000" b="0" i="0">
                <a:solidFill>
                  <a:srgbClr val="1E1033"/>
                </a:solidFill>
              </a:rPr>
              <a:t>negatively charged particles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tiny marbles orbiting a large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Nepali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Atom like a city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like a palace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Electrons like 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Think of an atom like a city. The nucleus is like a palace in the center. Electrons are like people who live around the palace.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00b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Imagine a city with a palace in the center and people living around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Rutherford's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Small dense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Electrons orbit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Positive and negative charges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Rutherford's model shows a small, dense nucleus with electrons orbiting around it. There are positive and negative charges.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illustration_of_c58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Imagine a small, dense ball with tiny marbles orbiting around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8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