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Today we will learn about sets and subsets. We will use classroom objects to understand them.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A set with no items is called a null set. It is denoted by ∅.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Sets can be finite or infinite. Finite sets have a countable number of items. Infinite sets have an uncountable number of items.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practice identifying finite and infinite sets using examples like the colors in a rainbow and the fish in an aquarium.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review what we have learned about sets and subsets. We will use classroom objects to understand them.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Sets in Math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7 • Mathematics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0" i="0">
                <a:solidFill>
                  <a:srgbClr val="DDD0FA"/>
                </a:solidFill>
              </a:rPr>
              <a:t>Standard 1, Standard 2, Standard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Visual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bell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423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checkmark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5191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03791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3791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2351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351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smiley 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51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2 /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Introduction to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Learn about sets and subsets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Sets are groups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Subsets are parts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Use real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Sets are collections of items. Subsets are parts of sets. We will use classroom objects to understand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7_p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296" y="1508760"/>
            <a:ext cx="2368966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0" y="4453127"/>
            <a:ext cx="39776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From your material · Page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846320"/>
            <a:ext cx="3977639" cy="14782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19472"/>
            <a:ext cx="3794759" cy="13319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Set: </a:t>
            </a:r>
            <a:r>
              <a:rPr sz="2000" b="0" i="0">
                <a:solidFill>
                  <a:srgbClr val="1E1033"/>
                </a:solidFill>
              </a:rPr>
              <a:t>Group of items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Subset: </a:t>
            </a:r>
            <a:r>
              <a:rPr sz="2000" b="0" i="0">
                <a:solidFill>
                  <a:srgbClr val="1E1033"/>
                </a:solidFill>
              </a:rPr>
              <a:t>Part of a 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65074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65806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69189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Classroom items like pencils and notebooks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3 /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Types of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Understand null 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11633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Null sets have no items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Denoted by 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13810"/>
            <a:ext cx="6766560" cy="235839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59530"/>
            <a:ext cx="6492240" cy="226695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Null sets are sets with no items. They are denoted by the symbol 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10972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44752"/>
            <a:ext cx="3794759" cy="9509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Null set: </a:t>
            </a:r>
            <a:r>
              <a:rPr sz="2000" b="0" i="0">
                <a:solidFill>
                  <a:srgbClr val="1E1033"/>
                </a:solidFill>
              </a:rPr>
              <a:t>Set with no 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651760"/>
            <a:ext cx="3977639" cy="35204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72491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063240"/>
            <a:ext cx="3703320" cy="3017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Set of female Prime Minister of Nepal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4 /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Finite and Infinite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Identify finite and infinite 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11633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Countable sets are finite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Uncountable sets are infinite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13810"/>
            <a:ext cx="6766560" cy="235839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59530"/>
            <a:ext cx="6492240" cy="226695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Finite sets have a countable number of items. Infinite sets have an uncountable number of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2087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44752"/>
            <a:ext cx="3794759" cy="1941575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Finite set: </a:t>
            </a:r>
            <a:r>
              <a:rPr sz="2000" b="0" i="0">
                <a:solidFill>
                  <a:srgbClr val="1E1033"/>
                </a:solidFill>
              </a:rPr>
              <a:t>Set with a countable number of items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Infinite set: </a:t>
            </a:r>
            <a:r>
              <a:rPr sz="2000" b="0" i="0">
                <a:solidFill>
                  <a:srgbClr val="1E1033"/>
                </a:solidFill>
              </a:rPr>
              <a:t>Set with an uncountable number of 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642360"/>
            <a:ext cx="3977639" cy="2529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71551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053840"/>
            <a:ext cx="3703320" cy="2026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Natural numbers are infinite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5 /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Examples of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Practice with 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11633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Set of colors in rainbow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Set of fish in aquarium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13810"/>
            <a:ext cx="6766560" cy="235839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59530"/>
            <a:ext cx="6492240" cy="226695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We will practice identifying finite and infinite sets using examples.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2087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44752"/>
            <a:ext cx="3794759" cy="1941575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Finite set: </a:t>
            </a:r>
            <a:r>
              <a:rPr sz="2000" b="0" i="0">
                <a:solidFill>
                  <a:srgbClr val="1E1033"/>
                </a:solidFill>
              </a:rPr>
              <a:t>Set with a countable number of items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Infinite set: </a:t>
            </a:r>
            <a:r>
              <a:rPr sz="2000" b="0" i="0">
                <a:solidFill>
                  <a:srgbClr val="1E1033"/>
                </a:solidFill>
              </a:rPr>
              <a:t>Set with an uncountable number of 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642360"/>
            <a:ext cx="3977639" cy="2529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71551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053840"/>
            <a:ext cx="3703320" cy="2026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Rainbow has 7 colors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6 /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Review of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Review sets and subsets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Sets are groups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Subsets are parts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Finite and infinite 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We will review what we have learned about sets and subsets.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14782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44752"/>
            <a:ext cx="3794759" cy="13319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Set: </a:t>
            </a:r>
            <a:r>
              <a:rPr sz="2000" b="0" i="0">
                <a:solidFill>
                  <a:srgbClr val="1E1033"/>
                </a:solidFill>
              </a:rPr>
              <a:t>Group of items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Subset: </a:t>
            </a:r>
            <a:r>
              <a:rPr sz="2000" b="0" i="0">
                <a:solidFill>
                  <a:srgbClr val="1E1033"/>
                </a:solidFill>
              </a:rPr>
              <a:t>Part of a 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032760"/>
            <a:ext cx="3977639" cy="31394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10591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444240"/>
            <a:ext cx="3703320" cy="2636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Classroom objects like pencils and notebooks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7 /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