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Rutherford's experiment changed our understanding of atoms.</a:t>
            </a:r>
          </a:p>
          <a:p/>
          <a:p>
            <a:r>
              <a:t>Example: Gold foil experiment showed that atoms have a dense core.</a:t>
            </a:r>
          </a:p>
          <a:p/>
          <a:p>
            <a:r>
              <a:t>Key words: nucleus = central part of an atom</a:t>
            </a:r>
          </a:p>
          <a:p/>
          <a:p>
            <a:r>
              <a:t>Teacher Script: Today, we will learn about Rutherford's atomic model and how it explains the structure of atoms. Can you remember what we learned about atoms last week?</a:t>
            </a:r>
          </a:p>
          <a:p/>
          <a:p>
            <a:r>
              <a:t>Communication Access: Point to the word 'Rutherford'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indicated a small, dense, positively charged nucleus.</a:t>
            </a:r>
          </a:p>
          <a:p/>
          <a:p>
            <a:r>
              <a:t>Example: Imagine shooting a bullet into a solid wall; most would pass through, but a few would be deflected.</a:t>
            </a:r>
          </a:p>
          <a:p/>
          <a:p>
            <a:r>
              <a:t>Key words: alpha particles = positively charged atomic particles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nucleus is the central part of the atom containing most of its mass.</a:t>
            </a:r>
          </a:p>
          <a:p/>
          <a:p>
            <a:r>
              <a:t>Example: In a hydrogen atom, the nucleus contains a single proton.</a:t>
            </a:r>
          </a:p>
          <a:p/>
          <a:p>
            <a:r>
              <a:t>Key words: protons = positively charged particles in the nucleus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Electrons are much lighter and occupy the space outside the nucleus.</a:t>
            </a:r>
          </a:p>
          <a:p/>
          <a:p>
            <a:r>
              <a:t>Example: Think of electrons like planets orbiting the sun.</a:t>
            </a:r>
          </a:p>
          <a:p/>
          <a:p>
            <a:r>
              <a:t>Key words: electrons = negatively charged particles in an atom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led to the discovery of the atomic nucleus.</a:t>
            </a:r>
          </a:p>
          <a:p/>
          <a:p>
            <a:r>
              <a:t>Example: The gold foil experiment confirmed the existence of the nucleus.</a:t>
            </a:r>
          </a:p>
          <a:p/>
          <a:p>
            <a:r>
              <a:t>Key words: nucleus = central part of an atom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Rutherford's Atomic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Rutherford's model explains atomic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Ernest Rutherford discovered the nucleus in 1911.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Alpha particles were used to test the structure of atoms.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Gold foil experiment showed that atoms have a dense core.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Gold Foil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Most alpha particles passed through the foil.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686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99% of alpha particles went straight through the foil.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1% were deflected or bounced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Imagine shooting a bullet into a solid wall; most would pass through, but a few would be deflected.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Nuclear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Nucleus contains protons and neutrons.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259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Protons carry positive charge.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Neutrons are neutral.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In a hydrogen atom, the nucleus contains a single proton.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Electrons Orbit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Electrons orbit the nucleus.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259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Electrons are negatively charged.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They move around the nucleus.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Think of electrons like planets orbiting the sun.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Rutherford's model explains atomic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686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Most alpha particles pass through the foil.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A few are deflected or bounce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The gold foil experiment confirmed the existence of the nucleus.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</a:rPr>
              <a:t>All done!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