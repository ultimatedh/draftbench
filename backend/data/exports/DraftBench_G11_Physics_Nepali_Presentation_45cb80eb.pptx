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रिस्तर्डर्स अटॉमिक मॉडल बनाउने र यसको विश्लेषण गर्ने तरिका विकसित गर्ने।</a:t>
            </a:r>
          </a:p>
          <a:p/>
          <a:p>
            <a:r>
              <a:t>उदाहरण: रिस्तर्डर्स अटॉमिक मॉडल बनाउने र यसको विश्लेषण गर्ने उदाहरण</a:t>
            </a:r>
          </a:p>
          <a:p/>
          <a:p>
            <a:r>
              <a:t>मुख्य शब्दहरू: रिस्तर्डर्स = एक फिजिक्स विद्यालयमा अनुसन्धान गर्दा बनाएका अटॉमिक मॉडल; इलेक्ट्रॉनहरू = अटॉमिक कोरमा रहेका विद्युत विकसित बिन्दु</a:t>
            </a:r>
          </a:p>
          <a:p/>
          <a:p>
            <a:r>
              <a:t>शिक्षकको भनाइ: रिस्तर्डर्स अटॉमिक मॉडल बनाउने र यसको विश्लेषण गर्ने तरिका विकसित गर्नुहोस्।</a:t>
            </a:r>
          </a:p>
          <a:p/>
          <a:p>
            <a:r>
              <a:t>सञ्चार पहुँच: point / say / gesture / AAC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रिस्तर्डर्स अटॉमिक मॉडल बनाउने र यसको विश्लेषण गर्ने तरिका विकसित गर्ने।</a:t>
            </a:r>
          </a:p>
          <a:p/>
          <a:p>
            <a:r>
              <a:t>उदाहरण: रिस्तर्डर्स अटॉमिक मॉडल बनाउने र यसको विश्लेषण गर्ने उदाहरण</a:t>
            </a:r>
          </a:p>
          <a:p/>
          <a:p>
            <a:r>
              <a:t>मुख्य शब्दहरू: रिस्तर्डर्स = एक फिजिक्स विद्यालयमा अनुसन्धान गर्दा बनाएका अटॉमिक मॉडल; इलेक्ट्रॉनहरू = अटॉमिक कोरमा रहेका विद्युत विकसित बिन्दु</a:t>
            </a:r>
          </a:p>
          <a:p/>
          <a:p>
            <a:r>
              <a:t>शिक्षकको भनाइ: रिस्तर्डर्स अटॉमिक मॉडल बनाउने र यसको विश्लेषण गर्ने तरिका विकसित गर्नुहोस्।</a:t>
            </a:r>
          </a:p>
          <a:p/>
          <a:p>
            <a:r>
              <a:t>सञ्चार पहुँच: point / say / gesture / AAC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रिस्तर्डर्स अटॉमिक मॉडल बनाउने र यसको विश्लेषण गर्ने तरिका विकसित गर्ने।</a:t>
            </a:r>
          </a:p>
          <a:p/>
          <a:p>
            <a:r>
              <a:t>उदाहरण: रिस्तर्डर्स अटॉमिक मॉडल बनाउने र यसको विश्लेषण गर्ने उदाहरण</a:t>
            </a:r>
          </a:p>
          <a:p/>
          <a:p>
            <a:r>
              <a:t>मुख्य शब्दहरू: रिस्तर्डर्स = एक फिजिक्स विद्यालयमा अनुसन्धान गर्दा बनाएका अटॉमिक मॉडल; इलेक्ट्रॉनहरू = अटॉमिक कोरमा रहेका विद्युत विकसित बिन्दु</a:t>
            </a:r>
          </a:p>
          <a:p/>
          <a:p>
            <a:r>
              <a:t>शिक्षकको भनाइ: रिस्तर्डर्स अटॉमिक मॉडल बनाउने र यसको विश्लेषण गर्ने तरिका विकसित गर्नुहोस्।</a:t>
            </a:r>
          </a:p>
          <a:p/>
          <a:p>
            <a:r>
              <a:t>सञ्चार पहुँच: point / say / gesture / AAC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रिस्तर्डर्स अटॉमिक मॉडल बनाउने र यसको विश्लेषण गर्ने तरिका विकसित गर्ने।</a:t>
            </a:r>
          </a:p>
          <a:p/>
          <a:p>
            <a:r>
              <a:t>उदाहरण: रिस्तर्डर्स अटॉमिक मॉडल बनाउने र यसको विश्लेषण गर्ने उदाहरण</a:t>
            </a:r>
          </a:p>
          <a:p/>
          <a:p>
            <a:r>
              <a:t>मुख्य शब्दहरू: रिस्तर्डर्स = एक फिजिक्स विद्यालयमा अनुसन्धान गर्दा बनाएका अटॉमिक मॉडल; इलेक्ट्रॉनहरू = अटॉमिक कोरमा रहेका विद्युत विकसित बिन्दु</a:t>
            </a:r>
          </a:p>
          <a:p/>
          <a:p>
            <a:r>
              <a:t>शिक्षकको भनाइ: रिस्तर्डर्स अटॉमिक मॉडल बनाउने र यसको विश्लेषण गर्ने तरिका विकसित गर्नुहोस्।</a:t>
            </a:r>
          </a:p>
          <a:p/>
          <a:p>
            <a:r>
              <a:t>सञ्चार पहुँच: point / say / gesture / AAC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रिस्तर्डर्स अटॉमिक मॉडल बनाउने र यसको विश्लेषण गर्ने तरिका विकसित गर्ने।</a:t>
            </a:r>
          </a:p>
          <a:p/>
          <a:p>
            <a:r>
              <a:t>उदाहरण: रिस्तर्डर्स अटॉमिक मॉडल बनाउने र यसको विश्लेषण गर्ने उदाहरण</a:t>
            </a:r>
          </a:p>
          <a:p/>
          <a:p>
            <a:r>
              <a:t>मुख्य शब्दहरू: रिस्तर्डर्स = एक फिजिक्स विद्यालयमा अनुसन्धान गर्दा बनाएका अटॉमिक मॉडल; इलेक्ट्रॉनहरू = अटॉमिक कोरमा रहेका विद्युत विकसित बिन्दु</a:t>
            </a:r>
          </a:p>
          <a:p/>
          <a:p>
            <a:r>
              <a:t>शिक्षकको भनाइ: रिस्तर्डर्स अटॉमिक मॉडल बनाउने र यसको विश्लेषण गर्ने तरिका विकसित गर्नुहोस्।</a:t>
            </a:r>
          </a:p>
          <a:p/>
          <a:p>
            <a:r>
              <a:t>सञ्चार पहुँच: point / say / gesture / AAC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cs typeface="Nirmala UI"/>
              </a:rPr>
              <a:t>रिस्तर्डर्स अटॉमिक मॉडल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  <a:cs typeface="Nirmala UI"/>
              </a:rPr>
              <a:t>कक्षा 11 •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  <a:cs typeface="Nirmala UI"/>
              </a:rPr>
              <a:t>रिस्तर्डर्स अटॉमिक मॉडल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900" b="1" i="0">
                <a:solidFill>
                  <a:srgbClr val="2E1065"/>
                </a:solidFill>
                <a:cs typeface="Nirmala UI"/>
              </a:rPr>
              <a:t>रिस्तर्डर्स अटॉमिक मॉडल बनाउने र यसको विश्लेषण गर्ने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895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अटॉमिक मॉडल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र इलेक्ट्रॉनहरू रूपांतरण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अटॉमिक मॉडल विश्लेषण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11__fb1f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591409"/>
            <a:ext cx="3337560" cy="22695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  <a:cs typeface="Nirmala UI"/>
              </a:rPr>
              <a:t>रिस्तर्डर्स अटॉमिक मॉडल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900" b="1" i="0">
                <a:solidFill>
                  <a:srgbClr val="2E1065"/>
                </a:solidFill>
                <a:cs typeface="Nirmala UI"/>
              </a:rPr>
              <a:t>रिस्तर्डर्स अटॉमिक मॉडल बनाउने र यसको विश्लेषण गर्ने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895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अटॉमिक मॉडल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र इलेक्ट्रॉनहरू रूपांतरण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अटॉमिक मॉडल विश्लेषण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11__28c0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591409"/>
            <a:ext cx="3337560" cy="22695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  <a:cs typeface="Nirmala UI"/>
              </a:rPr>
              <a:t>रिस्तर्डर्स अटॉमिक मॉडल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900" b="1" i="0">
                <a:solidFill>
                  <a:srgbClr val="2E1065"/>
                </a:solidFill>
                <a:cs typeface="Nirmala UI"/>
              </a:rPr>
              <a:t>रिस्तर्डर्स अटॉमिक मॉडल बनाउने र यसको विश्लेषण गर्ने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895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अटॉमिक मॉडल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र इलेक्ट्रॉनहरू रूपांतरण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अटॉमिक मॉडल विश्लेषण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11__1d92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591409"/>
            <a:ext cx="3337560" cy="22695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  <a:cs typeface="Nirmala UI"/>
              </a:rPr>
              <a:t>रिस्तर्डर्स अटॉमिक मॉडल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900" b="1" i="0">
                <a:solidFill>
                  <a:srgbClr val="2E1065"/>
                </a:solidFill>
                <a:cs typeface="Nirmala UI"/>
              </a:rPr>
              <a:t>रिस्तर्डर्स अटॉमिक मॉडल बनाउने र यसको विश्लेषण गर्ने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895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अटॉमिक मॉडल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र इलेक्ट्रॉनहरू रूपांतरण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अटॉमिक मॉडल विश्लेषण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11__f312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591409"/>
            <a:ext cx="3337560" cy="22695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  <a:cs typeface="Nirmala UI"/>
              </a:rPr>
              <a:t>रिस्तर्डर्स अटॉमिक मॉडल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900" b="1" i="0">
                <a:solidFill>
                  <a:srgbClr val="2E1065"/>
                </a:solidFill>
                <a:cs typeface="Nirmala UI"/>
              </a:rPr>
              <a:t>रिस्तर्डर्स अटॉमिक मॉडल बनाउने र यसको विश्लेषण गर्ने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895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अटॉमिक मॉडल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र इलेक्ट्रॉनहरू रूपांतरण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  <a:cs typeface="Nirmala UI"/>
              </a:rPr>
              <a:t>रिस्तर्डर्स अटॉमिक मॉडल विश्लेषण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11__ca43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591409"/>
            <a:ext cx="3337560" cy="22695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98567" y="1554480"/>
            <a:ext cx="2194560" cy="21945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4023360"/>
            <a:ext cx="731520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5400" b="1" i="0">
                <a:solidFill>
                  <a:srgbClr val="2E1065"/>
                </a:solidFill>
                <a:cs typeface="Nirmala UI"/>
              </a:rPr>
              <a:t>सबै सकियो!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